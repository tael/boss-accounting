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사장님 회계 도우미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BBF7D0"/>
                </a:solidFill>
              </a:rPr>
              <a:t>소규모 사업자를 위한 로컬 전용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"사장님이 알면 돈버는 회계" 책 기반 | 데이터 100% 로컬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246888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09948"/>
                </a:solidFill>
              </a:rPr>
              <a:t>6개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대시보드부터 세금까지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657600"/>
            <a:ext cx="246888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09948"/>
                </a:solidFill>
              </a:rPr>
              <a:t>로컬 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서버 전송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246888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09948"/>
                </a:solidFill>
              </a:rPr>
              <a:t>2025 세율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종합소득세·부가세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React 19  ·  TypeScript  ·  Vite 6  ·  Zustand 5  ·  Tailwind CSS 4  ·  Recharts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2026.04.22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기획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소규모 사업자가 겪는 회계의 어려움을 해소한다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5623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3949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3716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😰 회계 용어가 어렵다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64792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매출·비용·손익을 직관적으로 파악하기 어려움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3949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13716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📋 세금 신고가 막막하다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64792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부가세·종합소득세 언제 얼마 내야 하는지 모름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53949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13716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💸 비용 관리가 안 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02152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어디에 얼마 쓰는지 한눈에 보이지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880360"/>
            <a:ext cx="53949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880360"/>
            <a:ext cx="13716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01752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🔒 데이터 보안이 걱정된다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502152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재무 정보를 외부 서버에 올리기 꺼려짐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09948"/>
                </a:solidFill>
              </a:rPr>
              <a:t>→  사장님 회계 도우미는 이 4가지 문제를 모두 해결합니다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핵심 기능 6가지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거래 기록부터 세금 시뮬레이터까지 All-in-One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이번 달 매출·비용·순이익 요약
전월 대비 변화율 &amp; 인사이트
다가오는 세금 일정 알림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749039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170432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📝  거래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91640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매출/비용 CRUD (부가세 공제 여부 포함)
카테고리 분류 &amp; 검색/필터
금액 입력 시 천단위 자동 포맷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97280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749039" cy="50292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170432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📈  재무제표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91640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월별·분기별·연간 손익계산서
현금흐름 차트 (최근 12개월)
자산·부채 스냅샷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3749039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22191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 분석 도구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43399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손익분기점(BEP) 계산기
비용 구조 파이차트
매출·비용 월별 추이 차트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749039"/>
            <a:ext cx="3749039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822191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🧮  세금 시뮬레이터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343399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부가세 계산 (일반·간이 과세자)
2025년 종합소득세 누진세율
노란우산공제 절세 효과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749039" cy="24688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39"/>
            <a:ext cx="3749039" cy="5029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822191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💾  데이터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343399"/>
            <a:ext cx="3474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JSON export/import 백업·복원
Google Drive appData 동기화
예시 데이터 38건 자동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거래 기록 &amp;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직관적인 입력과 실시간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39496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거래 입력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02920" cy="6858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45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유형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매출 / 비용 토글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5029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날짜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오늘 날짜 자동 기본값 (로컬 기준)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502920" cy="68580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83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금액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033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천단위 자동 포맷 (1,000,000원)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51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카테고리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720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용역매출·인건비 등 11개 분류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50292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20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406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localStorage 즉시 반영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051560"/>
            <a:ext cx="594360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1430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대시보드 구성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600200"/>
            <a:ext cx="16459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6733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이번 달 요약 카드 4개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03911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매출 / 비용 / 순이익 / 이익률
전월 대비 ▲▼ 변화율 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43200"/>
            <a:ext cx="1645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8163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인사이트 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8211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인건비 비율 경고
이익률 달성 축하 등 자동 분석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88620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593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세금 일정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32511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이번 달 / 다음 달 신고 일정
부가세·종소세·원천세 구분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029200"/>
            <a:ext cx="16459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1023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최근 거래 5건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6811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날짜·메모·금액 빠른 조회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재무제표 &amp; 분석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손익계산서부터 손익분기점까지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2423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577840" cy="41148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손익계산서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기간: 월별 / 분기별 / 연간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총 매출 / 총 비용 / 순이익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카테고리별 비용 내역 상세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6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이익률 % 자동 산출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577840" cy="2423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55778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💧 현금흐름 차트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최근 12개월 월별 유입·유출 막대차트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39112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순 현금흐름 라인 오버레이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78024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Recharts 기반 반응형 렌더링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16936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Y축 단위 자동 조정 (만·억)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5577840" cy="2423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5577840" cy="41148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490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비용 구조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비용 카테고리별 파이차트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고정비 vs 변동비 분류 집계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84064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최근 3개월 평균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703320"/>
            <a:ext cx="5577840" cy="2423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703320"/>
            <a:ext cx="55778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7490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⚖️ 손익분기점(BEP)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고정비 / 변동비 / 매출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45152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BEP 매출액 자동 계산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084064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달성 불가 시 경고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22976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계산식: 고정비 ÷ (1 - 변동비율)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세금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2025년 세율 기준 참고용 계산 (세무사 상담 권장)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5623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🧮 부가세 계산기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13716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과세 유형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1907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일반과세자 / 간이과세자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13716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6771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일반과세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2677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매출세액(10%) - 매입세액(10%)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13716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1635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간이과세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81635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매출액 × 업종별 부가가치율 × 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39"/>
            <a:ext cx="13716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64991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업종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364991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소매 15% / 음식점 10% / 서비스 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13716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1363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1363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납부액 / 환급액 자동 산출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5669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종합소득세 계산기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2025년 누진세율 구간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965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1,400만 이하    → 6%  (공제 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41448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5,000만 이하    → 15%  (공제 126만)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916936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8,800만 이하    → 24%  (공제 576만)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92424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1.5억 이하      → 35%  (공제 1,544만)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67912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3억 이하        → 38%  (공제 1,994만)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434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5억 이하        → 40%  (공제 2,594만)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377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공제 항목: 부양가족 × 150만 + 국민연금 + 노란우산공제(최대 500만)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66928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</a:rPr>
              <a:t>⚠️  본 계산은 2025년 세율 기준 참고용이며 실제 신고 시 세무사 상담을 권장합니다.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데이터 관리 &amp;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100% 로컬 저장 — 서버로 전송되지 않습니다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40312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182880" cy="13716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9948"/>
                </a:solidFill>
              </a:rPr>
              <a:t>🔒  모든 재무 데이터는 브라우저 localStorage에만 저장됩니다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외부 서버 전송 없음 · 인터넷 연결 불필요 · 개인정보 유출 위험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3749039" cy="3566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3749039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5176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📤 JSON 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546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전체 거래 데이터 JSON 파일 다운로드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404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날짜별 파일명 자동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5262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사용자 설정(세금 유형 등)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120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정기적 백업 권장 (5MB 한도)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06040"/>
            <a:ext cx="3749039" cy="3566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2606040"/>
            <a:ext cx="3749039" cy="41148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65176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📥 JSON 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546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백업 파일로 전체 데이터 복원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404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손상된 항목 자동 필터링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5262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앱 식별자 검증으로 타 앱 파일 거부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2120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복원 시 확인 대화상자 표시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606040"/>
            <a:ext cx="3749039" cy="3566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60604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65176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☁️ Google Drive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1546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appData 폴더에 자동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8404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기기 간 동기화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262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OAuth2 인증 (토큰 메모리에만 보관)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21208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백업·복원 버튼 1클릭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최신 React 생태계 기반의 경량 로컬 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4320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72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React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48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Concurrent Features, Suspense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15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91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엄격한 타입 안전성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58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Vite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34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빠른 HMR &amp; 번들링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01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Tailwind CSS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77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CSS-first 설정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79" y="1051560"/>
            <a:ext cx="274320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79" y="1051560"/>
            <a:ext cx="27432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19" y="1097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상태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19" y="1572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59" y="1645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Zustand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59" y="2048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persist middleware + migrate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19" y="2715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59" y="2788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localStorage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59" y="3191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브라우저 로컬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19" y="3858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59" y="3931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스키마 버전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59" y="4334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마이그레이션 지원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19" y="5001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59" y="5074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rehydration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59" y="5477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손상 데이터 자동 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051560"/>
            <a:ext cx="274320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1051560"/>
            <a:ext cx="2743200" cy="41148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097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차트 &amp; 라우팅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572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645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2048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반응형 SVG 차트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715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2788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react-router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3191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HashRouter (GitHub Pages)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858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931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react-focus-lock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334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모달 포커스 트랩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001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074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Google Identity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477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OAuth2 드라이브 연동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1051560"/>
            <a:ext cx="274320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15400" y="1051560"/>
            <a:ext cx="27432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10972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테스트 &amp; 빌드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1572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1645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Vitest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2048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단위 테스트 96건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2715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2788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Testing Library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3191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컴포넌트 테스트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3858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98280" y="3931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GitHub Actions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4334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CI/CD 자동 배포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6840" y="5001768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50749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GitHub Pages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8280" y="547725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정적 배포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화면 구성 &amp; 사용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6개 페이지 — 사이드바 네비게이션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5623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2011680" cy="54406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📱 사이드바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1920240" cy="59436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📝  거래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📈  재무제표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03904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🔍 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17136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🧮  세금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💾  데이터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09728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1097280"/>
            <a:ext cx="164592" cy="150876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20700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64592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월 요약 4카드 + 인사이트 + 세금 일정 + 최근 거래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59" y="109728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59" y="1097280"/>
            <a:ext cx="16459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20700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거래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64592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인라인 폼 입력 + 필터 사이드바 + 정렬 목록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74320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2743200"/>
            <a:ext cx="164592" cy="150876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85292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재무제표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29184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손익계산서 + 현금흐름 차트 + 자산·부채 스냅샷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59" y="274320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23759" y="2743200"/>
            <a:ext cx="16459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285292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29184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BEP 계산기 + 비용 파이차트 + 월별 추이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38912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0" y="4389120"/>
            <a:ext cx="164592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449884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세금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93776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부가세 + 종합소득세 + 세금 팁 + 면책 고지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59" y="4389120"/>
            <a:ext cx="4480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59" y="4389120"/>
            <a:ext cx="164592" cy="15087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449884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데이터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37760"/>
            <a:ext cx="4023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예시데이터 생성 + JSON 백업/복원 + 구글드라이브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향후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기능 개선 10라운드 — Gemini 리뷰 기반 반복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사장님 회계 도우미  |  소규모 사업자를 위한 로컬 회계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601968"/>
            <a:ext cx="36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56235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P0 — 핵심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월별 목표 매출 설정 &amp; 달성률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거래 수정/삭제 인라인 편집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98063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모바일 터치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53949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23444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P1 — 분석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전년 동기 비교 차트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6771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카테고리별 예산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98063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계절성 &amp; 트렌드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5394960" cy="41148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🏷️ P2 — 커스터마이징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사용자 정의 카테고리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4515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사업자 프로필 &amp; 인보이스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3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다중 사업 계정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56616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566160"/>
            <a:ext cx="53949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61188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🔔 P3 — 알림 &amp;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세금 마감일 브라우저 알림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4515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영수증 사진 첨부 (OCR)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75503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→ 공공 API 세금 일정 연동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0807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09948"/>
                </a:solidFill>
              </a:rPr>
              <a:t>현재 진행 중: 클린코드 개선 8라운드 완료 (37개 스토리) → 기능 개선 10라운드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