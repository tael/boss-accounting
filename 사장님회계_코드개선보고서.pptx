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사장님 회계 도우미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BBF7D0"/>
                </a:solidFill>
              </a:rPr>
              <a:t>Gemini 코드리뷰 기반 클린코드 개선 보고서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</a:rPr>
              <a:t>React 19 · TypeScript · Zustand · Tailwind CSS 4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31920"/>
            <a:ext cx="2834640" cy="13716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06908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09948"/>
                </a:solidFill>
              </a:rPr>
              <a:t>8 Rounds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617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Gemini 리뷰 사이클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3931920"/>
            <a:ext cx="2834640" cy="13716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406908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09948"/>
                </a:solidFill>
              </a:rPr>
              <a:t>37 Stories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4617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개선 항목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3931920"/>
            <a:ext cx="2834640" cy="13716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406908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109948"/>
                </a:solidFill>
              </a:rPr>
              <a:t>50 → 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4617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</a:rPr>
              <a:t>테스트 건수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43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2026.04.22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개선 배경 &amp;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BBF7D0"/>
                </a:solidFill>
              </a:rPr>
              <a:t>왜 Gemini 코드리뷰를 도입했는가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사장님 회계 도우미 — Gemini 코드리뷰 개선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6539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1640312" cy="521208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56616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0759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🔍 문제 인식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• 뷰/로직/스토어 경계가 불명확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• 컴포넌트 내부 비즈니스 로직 혼재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• 중복 코드 &amp; 불일치 패턴 산재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49039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• 잠재적 런타임 버그 존재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280160"/>
            <a:ext cx="3566160" cy="41148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30759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🎯 개선 원칙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828800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• 클린코드 — 관심사 분리 철저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468880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• 베스트 프랙티스 준수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108960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• 수정 범위 최소화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749039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• 정책·밸런스 변경 용이성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1280160"/>
            <a:ext cx="356616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130759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🔄 방법론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1828800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• Gemini CLI v0.27.3 코드리뷰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9" y="2468880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• 스토리별 AC 수립 후 구현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9" y="3108960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• 매 라운드 tsc + 테스트 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3749039"/>
            <a:ext cx="3383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• 커밋 단위 점진적 개선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8라운드 개선 타임라인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BBF7D0"/>
                </a:solidFill>
              </a:rPr>
              <a:t>Gemini 리뷰 → 계획 → 구현 → 검증 반복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사장님 회계 도우미 — Gemini 코드리뷰 개선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6539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1234440" cy="45720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16736"/>
            <a:ext cx="1234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3624" y="1353312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1280160"/>
            <a:ext cx="123444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1316736"/>
            <a:ext cx="1234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1353312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1280160"/>
            <a:ext cx="1234440" cy="457200"/>
          </a:xfrm>
          <a:prstGeom prst="rect">
            <a:avLst/>
          </a:prstGeom>
          <a:solidFill>
            <a:srgbClr val="705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1316736"/>
            <a:ext cx="1234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1353312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280160"/>
            <a:ext cx="1234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316736"/>
            <a:ext cx="1234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5584" y="1353312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1280160"/>
            <a:ext cx="123444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1316736"/>
            <a:ext cx="1234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2904" y="1353312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1280160"/>
            <a:ext cx="1234440" cy="4572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1316736"/>
            <a:ext cx="1234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0224" y="1353312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3960" y="1280160"/>
            <a:ext cx="1234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1316736"/>
            <a:ext cx="1234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67544" y="1353312"/>
            <a:ext cx="16459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41280" y="1280160"/>
            <a:ext cx="1234440" cy="45720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0" y="1316736"/>
            <a:ext cx="1234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1828800"/>
            <a:ext cx="1234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</a:rPr>
              <a:t>스토어 캡슐화
중복 제거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1828800"/>
            <a:ext cx="1234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</a:rPr>
              <a:t>로직 추출
(VAT/소득세)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1828800"/>
            <a:ext cx="1234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</a:rPr>
              <a:t>타입 정리
래퍼 제거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1828800"/>
            <a:ext cx="1234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</a:rPr>
              <a:t>구글드라이브
안전성 강화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1828800"/>
            <a:ext cx="1234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</a:rPr>
              <a:t>접근성
(A11y) 개선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1828800"/>
            <a:ext cx="1234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</a:rPr>
              <a:t>런타임 버그
수정 5건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1828800"/>
            <a:ext cx="1234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</a:rPr>
              <a:t>계산 버그
수정 3건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1828800"/>
            <a:ext cx="1234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1F2937"/>
                </a:solidFill>
              </a:rPr>
              <a:t>Export/Import
YAxis/scope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834640"/>
            <a:ext cx="11640312" cy="356616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</a:rPr>
              <a:t>라운드별 주요 성과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337560"/>
            <a:ext cx="265176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340156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09948"/>
                </a:solidFill>
              </a:rPr>
              <a:t>R1-2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749039"/>
            <a:ext cx="24688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</a:rPr>
              <a:t>스토어 캡슐화 완성
importTransactions, bulkAddTransactions 추가
formatAmount·12개월 생성 로직 중복 제거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0" y="3337560"/>
            <a:ext cx="265176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91840" y="340156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09948"/>
                </a:solidFill>
              </a:rPr>
              <a:t>R3-4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3749039"/>
            <a:ext cx="24688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</a:rPr>
              <a:t>관심사 분리 완성
getUpcoming → taxSchedule.ts 이동
getFiltered store action → filterTransactions util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3337560"/>
            <a:ext cx="265176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0" y="340156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09948"/>
                </a:solidFill>
              </a:rPr>
              <a:t>R5-6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3749039"/>
            <a:ext cx="24688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</a:rPr>
              <a:t>안전성 강화
Toast aria-live, aria-pressed 추가
TAX_DEDUCTION_CONSTANTS 상수화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869680" y="3337560"/>
            <a:ext cx="265176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61120" y="3401568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09948"/>
                </a:solidFill>
              </a:rPr>
              <a:t>R7-8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0" y="3749039"/>
            <a:ext cx="24688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</a:rPr>
              <a:t>버그 수정 완료
BreakEvenCalc variableRatio 수정
VatCalculator 런타임 크래시 수정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Round 1-2: 아키텍처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BBF7D0"/>
                </a:solidFill>
              </a:rPr>
              <a:t>스토어 캡슐화 · 중복 제거 · 로직 분리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사장님 회계 도우미 — Gemini 코드리뷰 개선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6539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18872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DC2626"/>
                </a:solidFill>
              </a:rPr>
              <a:t>Before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5394960" cy="493776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91640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DC2626"/>
                </a:solidFill>
              </a:rPr>
              <a:t>❌  DataPage.tsx: useTransactionStore.setState() 직접 호출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DC2626"/>
                </a:solidFill>
              </a:rPr>
              <a:t>❌  TransactionForm: today 상수 모듈 레벨 → stale date 버그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DC2626"/>
                </a:solidFill>
              </a:rPr>
              <a:t>❌  DashboardPage: formatAmount() 인라인 중복 함수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39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DC2626"/>
                </a:solidFill>
              </a:rPr>
              <a:t>❌  TrendChart + CashFlowChart: 동일한 12개월 생성 로직 2벌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34840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DC2626"/>
                </a:solidFill>
              </a:rPr>
              <a:t>❌  VatCalculator 컴포넌트 내 분기 필터링 도메인 로직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120640"/>
            <a:ext cx="5029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DC2626"/>
                </a:solidFill>
              </a:rPr>
              <a:t>❌  IncomeTaxCalc useMemo 내 절세 계산 직접 구현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188720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09948"/>
                </a:solidFill>
              </a:rPr>
              <a:t>After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554480"/>
            <a:ext cx="5577840" cy="493776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691640"/>
            <a:ext cx="5212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109948"/>
                </a:solidFill>
              </a:rPr>
              <a:t>✅  importTransactions + bulkAddTransactions 액션 추가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40"/>
            <a:ext cx="5212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109948"/>
                </a:solidFill>
              </a:rPr>
              <a:t>✅  useState(() =&gt; getTodayLocal()) — 컴포넌트 마운트 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63240"/>
            <a:ext cx="5212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109948"/>
                </a:solidFill>
              </a:rPr>
              <a:t>✅  formatKRW (utils/format.ts) 재사용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49039"/>
            <a:ext cx="5212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109948"/>
                </a:solidFill>
              </a:rPr>
              <a:t>✅  getLastNMonths(n) → financial.ts 공통 함수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34840"/>
            <a:ext cx="5212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109948"/>
                </a:solidFill>
              </a:rPr>
              <a:t>✅  filterByQuarter + summarizeForVat → financial.ts 순수 함수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120640"/>
            <a:ext cx="5212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109948"/>
                </a:solidFill>
              </a:rPr>
              <a:t>✅  calculateYellowUmbrellaSaving → tax.ts 순수 함수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Round 3-4: 타입 안전성 &amp; 스토어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BBF7D0"/>
                </a:solidFill>
              </a:rPr>
              <a:t>alias 제거 · 래퍼 메서드 제거 · googleDrive 안전화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사장님 회계 도우미 — Gemini 코드리뷰 개선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6539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669280" cy="18288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16459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298448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</a:rPr>
              <a:t>IncomeTaxResult alias 필드 제거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691640"/>
            <a:ext cx="5303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</a:rPr>
              <a:t>taxBase / tax / effectiveRate → taxableIncomeKRW / calculatedTaxKRW / appliedRatePct
단일 canonical 필드명으로 통일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669280" cy="18288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164592" cy="182880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298448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</a:rPr>
              <a:t>transactionStore 래퍼 메서드 제거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1691640"/>
            <a:ext cx="5303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</a:rPr>
              <a:t>getAll / getByDateRange / getByCategory 제거
→ transactions 배열 + financial.ts 유틸 직접 사용 (Zustand 권장 패턴)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00400"/>
            <a:ext cx="5669280" cy="18288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164592" cy="1828800"/>
          </a:xfrm>
          <a:prstGeom prst="rect">
            <a:avLst/>
          </a:prstGeom>
          <a:solidFill>
            <a:srgbClr val="705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310128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</a:rPr>
              <a:t>getFiltered store action → util 분리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703320"/>
            <a:ext cx="5303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</a:rPr>
              <a:t>derived state 필터링은 store 밖으로
→ filterTransactions(transactions, filter) 유틸 함수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200400"/>
            <a:ext cx="5669280" cy="18288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200400"/>
            <a:ext cx="16459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310128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</a:rPr>
              <a:t>googleDrive.ts setInterval 폴링 제거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703320"/>
            <a:ext cx="5303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</a:rPr>
              <a:t>100ms × 100회 폴링 → script onload/onerror 이벤트 기반 Promise
+ settled 플래그로 메모리 누수 방지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212080"/>
            <a:ext cx="5669280" cy="18288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5212080"/>
            <a:ext cx="164592" cy="1828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5321808"/>
            <a:ext cx="5303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</a:rPr>
              <a:t>TYPE_LABEL 강타입화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5715000"/>
            <a:ext cx="5303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</a:rPr>
              <a:t>Record&lt;string, string&gt; → Record&lt;TaxType, string&gt;
TaxType 유니온 export → 컴파일 타임 키 검증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Round 5-6: 안전성 &amp; 접근성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BBF7D0"/>
                </a:solidFill>
              </a:rPr>
              <a:t>A11y · 매직 넘버 상수화 · 런타임 버그 수정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사장님 회계 도우미 — Gemini 코드리뷰 개선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6539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5669280" cy="123444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</a:rPr>
              <a:t>🛡️ ErrorBoundary 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45920"/>
            <a:ext cx="5394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런타임 크래시 시 빈 화면 대신 복구 UI 표시
HashRouter를 ErrorBoundary로 감쌈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88720"/>
            <a:ext cx="5669280" cy="123444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80160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</a:rPr>
              <a:t>♿ Toast aria-live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20"/>
            <a:ext cx="5394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에러: role=alert + aria-live=assertive
일반: role=status + aria-live=polite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514600"/>
            <a:ext cx="5669280" cy="123444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606040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</a:rPr>
              <a:t>♿ aria-pressed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971800"/>
            <a:ext cx="5394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TransactionForm 매출/비용 토글 버튼
OnboardingModal 선택 버튼에 aria-pressed 추가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514600"/>
            <a:ext cx="5669280" cy="123444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606040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</a:rPr>
              <a:t>🔢 매직 넘버 상수화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971800"/>
            <a:ext cx="5394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1_500_000 → PERSONAL_DEDUCTION_PER_DEPENDENT
5_000_000 → YELLOW_UMBRELLA_MAX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840480"/>
            <a:ext cx="5669280" cy="123444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931920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</a:rPr>
              <a:t>🐛 VatCalculator 크래시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297680"/>
            <a:ext cx="5394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S-025에서 제거된 getFiltered 참조 잔존
→ transactions 직접 사용으로 긴급 수정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840480"/>
            <a:ext cx="5669280" cy="123444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931920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</a:rPr>
              <a:t>🐛 isMounted ref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297680"/>
            <a:ext cx="5394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onSuccess 후 unmount된 컴포넌트에 setSubmitting(false) 호출
→ isMounted.current 체크로 방지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5166359"/>
            <a:ext cx="5669280" cy="123444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257799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</a:rPr>
              <a:t>🐛 crypto.randomUUID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623559"/>
            <a:ext cx="5394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비 HTTPS 환경(HTTP staging)에서 TypeError
→ typeof 체크 + Math.random 폴백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5166359"/>
            <a:ext cx="5669280" cy="123444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5257799"/>
            <a:ext cx="5394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</a:rPr>
              <a:t>🐛 dependents 최솟값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623559"/>
            <a:ext cx="5394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부양가족 0명 입력 시 세금 과다 계산
→ Math.max(1, value)로 clamp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테스트 커버리지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BBF7D0"/>
                </a:solidFill>
              </a:rPr>
              <a:t>96개 단위 테스트 — 5개 파일 전부 통과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사장님 회계 도우미 — Gemini 코드리뷰 개선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6539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6B7280"/>
                </a:solidFill>
              </a:rPr>
              <a:t>개선 전 (50건)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4754880" cy="64008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4754880" cy="64008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7373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6B7280"/>
                </a:solidFill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14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09948"/>
                </a:solidFill>
              </a:rPr>
              <a:t>개선 후 (96건)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26080"/>
            <a:ext cx="9144000" cy="64008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29718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09948"/>
                </a:solidFill>
              </a:rPr>
              <a:t>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94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</a:rPr>
              <a:t>파일별 테스트 현황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51960"/>
            <a:ext cx="2103120" cy="2286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251960"/>
            <a:ext cx="210312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38912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2563EB"/>
                </a:solidFill>
              </a:rPr>
              <a:t>17건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01091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1F2937"/>
                </a:solidFill>
              </a:rPr>
              <a:t>tax.test.ts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349240"/>
            <a:ext cx="1920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세금 계산 (VAT, 종합소득세, BEP)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4251960"/>
            <a:ext cx="2103120" cy="2286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0320" y="4251960"/>
            <a:ext cx="2103120" cy="109728"/>
          </a:xfrm>
          <a:prstGeom prst="rect">
            <a:avLst/>
          </a:prstGeom>
          <a:solidFill>
            <a:srgbClr val="705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0" y="438912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7055E3"/>
                </a:solidFill>
              </a:rPr>
              <a:t>16건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01091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1F2937"/>
                </a:solidFill>
              </a:rPr>
              <a:t>validation.test.ts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5349240"/>
            <a:ext cx="1920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입력값 검증 로직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4251960"/>
            <a:ext cx="2103120" cy="2286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4251960"/>
            <a:ext cx="2103120" cy="109728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38912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09948"/>
                </a:solidFill>
              </a:rPr>
              <a:t>17건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501091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1F2937"/>
                </a:solidFill>
              </a:rPr>
              <a:t>financial.test.ts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349240"/>
            <a:ext cx="1920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재무 계산 (손익, 현금흐름, 필터)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4251960"/>
            <a:ext cx="2103120" cy="2286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0" y="4251960"/>
            <a:ext cx="2103120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438912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</a:rPr>
              <a:t>21건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501091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1F2937"/>
                </a:solidFill>
              </a:rPr>
              <a:t>format.test.ts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5349240"/>
            <a:ext cx="1920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포맷팅 유틸 (신규 추가)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8320" y="4251960"/>
            <a:ext cx="2103120" cy="2286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418320" y="4251960"/>
            <a:ext cx="2103120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0" y="4389120"/>
            <a:ext cx="2103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DC2626"/>
                </a:solidFill>
              </a:rPr>
              <a:t>25건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501091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1F2937"/>
                </a:solidFill>
              </a:rPr>
              <a:t>exportImport.test.ts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5349240"/>
            <a:ext cx="19202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JSON 백업/복원 (신규 추가)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Round 7: 재무 계산 정확성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BBF7D0"/>
                </a:solidFill>
              </a:rPr>
              <a:t>3개 버그 수정 — 실제 사용자 데이터에 영향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사장님 회계 도우미 — Gemini 코드리뷰 개선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6539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11640312" cy="16459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164592" cy="1645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</a:rPr>
              <a:t>BreakEvenCalc variableRatio 오류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0992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DC2626"/>
                </a:solidFill>
              </a:rPr>
              <a:t>Before: 변동비율 = 변동비 / (고정비+변동비)  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391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109948"/>
                </a:solidFill>
              </a:rPr>
              <a:t>After:  변동비율 = 변동비 / 매출  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508760"/>
            <a:ext cx="5852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BEP 공식 Fixed / (1-Ratio)는 매출 기준 비율 필요
→ utils/financial.ts의 calculateBreakEven 직접 활용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17520"/>
            <a:ext cx="11640312" cy="16459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17520"/>
            <a:ext cx="16459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108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</a:rPr>
              <a:t>sampleData.ts relativeDate UTC 버그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9300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DC2626"/>
                </a:solidFill>
              </a:rPr>
              <a:t>Before: toISOString().slice(0,10)  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2219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109948"/>
                </a:solidFill>
              </a:rPr>
              <a:t>After:  로컬 getFullYear/getMonth/getDate  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291840"/>
            <a:ext cx="5852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KST 오전 0-9시 사용 시 예시 데이터가 하루 전 날짜로 생성
→ getTodayLocal 패턴 적용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800600"/>
            <a:ext cx="11640312" cy="16459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800600"/>
            <a:ext cx="164592" cy="164592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920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</a:rPr>
              <a:t>calculateCostStructure 0활동 월 스킵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7608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DC2626"/>
                </a:solidFill>
              </a:rPr>
              <a:t>Before: 트랜잭션 있는 달만 targetMonths  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0527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109948"/>
                </a:solidFill>
              </a:rPr>
              <a:t>After:  getLastNMonths(n) 기준 최근 N달  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074920"/>
            <a:ext cx="5852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활동 없는 달이 제외되어 고정비·매출 평균이 부풀려짐
→ 전체 기간 포함, 빈 달은 0원으로 집계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개선 효과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BBF7D0"/>
                </a:solidFill>
              </a:rPr>
              <a:t>코드 품질 지표 전후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사장님 회계 도우미 — Gemini 코드리뷰 개선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6539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11640312" cy="4114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170432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개선 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170432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개선 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72768"/>
            <a:ext cx="11640312" cy="53035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642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스토어 직접 setState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66420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DC2626"/>
                </a:solidFill>
              </a:rPr>
              <a:t>3곳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66420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09948"/>
                </a:solidFill>
              </a:rPr>
              <a:t>0곳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21408"/>
            <a:ext cx="1164031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2128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컴포넌트 내 도메인 로직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21284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DC2626"/>
                </a:solidFill>
              </a:rPr>
              <a:t>8개 함수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21284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09948"/>
                </a:solidFill>
              </a:rPr>
              <a:t>0개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670048"/>
            <a:ext cx="11640312" cy="53035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7614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중복 유틸 코드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76148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DC2626"/>
                </a:solidFill>
              </a:rPr>
              <a:t>5건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76148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09948"/>
                </a:solidFill>
              </a:rPr>
              <a:t>0건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218687"/>
            <a:ext cx="1164031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310127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테스트 건수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310127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DC2626"/>
                </a:solidFill>
              </a:rPr>
              <a:t>50건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310127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09948"/>
                </a:solidFill>
              </a:rPr>
              <a:t>96건 (+92%)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767328"/>
            <a:ext cx="11640312" cy="53035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858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런타임 버그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385876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DC2626"/>
                </a:solidFill>
              </a:rPr>
              <a:t>5건 잠재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85876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09948"/>
                </a:solidFill>
              </a:rPr>
              <a:t>0건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315968"/>
            <a:ext cx="1164031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407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A11y 누락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40740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DC2626"/>
                </a:solidFill>
              </a:rPr>
              <a:t>4건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40740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09948"/>
                </a:solidFill>
              </a:rPr>
              <a:t>0건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864607"/>
            <a:ext cx="11640312" cy="53035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956047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매직 넘버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4956047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DC2626"/>
                </a:solidFill>
              </a:rPr>
              <a:t>7개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956047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09948"/>
                </a:solidFill>
              </a:rPr>
              <a:t>0개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413248"/>
            <a:ext cx="1164031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504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</a:rPr>
              <a:t>재무 계산 버그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550468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DC2626"/>
                </a:solidFill>
              </a:rPr>
              <a:t>3건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550468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09948"/>
                </a:solidFill>
              </a:rPr>
              <a:t>0건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다음 단계: 기능 개선 10라운드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BBF7D0"/>
                </a:solidFill>
              </a:rPr>
              <a:t>동일 방법론으로 UX·기능·성능 개선 예정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사장님 회계 도우미 — Gemini 코드리뷰 개선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56539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3949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89888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</a:rPr>
              <a:t>📊 대시보드 강화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47088"/>
            <a:ext cx="5120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월별 목표 설정 &amp; 달성률, KPI 카드 추가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3949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389888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</a:rPr>
              <a:t>📅 세금 캘린더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47088"/>
            <a:ext cx="5120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신고 일정 알림, 준비 체크리스트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34639"/>
            <a:ext cx="53949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944367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</a:rPr>
              <a:t>📈 고급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01567"/>
            <a:ext cx="5120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전년 동기 비교, 계절성 분석 차트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834639"/>
            <a:ext cx="53949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944367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</a:rPr>
              <a:t>🏷️ 커스텀 카테고리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401567"/>
            <a:ext cx="5120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사용자 정의 카테고리 추가/수정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389120"/>
            <a:ext cx="53949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498848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</a:rPr>
              <a:t>📱 모바일 최적화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956048"/>
            <a:ext cx="5120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터치 인터랙션, 반응형 레이아웃 개선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4389120"/>
            <a:ext cx="53949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4498848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</a:rPr>
              <a:t>🔔 알림 시스템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956048"/>
            <a:ext cx="51206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세금 마감일 브라우저 알림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09948"/>
                </a:solidFill>
              </a:rPr>
              <a:t>→ Gemini 리뷰 + ralph 루프로 10라운드 반복 예정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